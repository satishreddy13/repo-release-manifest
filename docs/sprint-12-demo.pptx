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Release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31720"/>
            <a:ext cx="9418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DD7EE"/>
                </a:solidFill>
              </a:rPr>
              <a:t>Git Branching Strategy — Sprint-12 End-to-End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DB8D2"/>
                </a:solidFill>
              </a:rPr>
              <a:t>Sprint-12  ·  9 Jun – 20 Jun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319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DB8D2"/>
                </a:solidFill>
              </a:rPr>
              <a:t>5 Teams  ·  Polyrepo  ·  IBM ELM Integrated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Strategy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Polyrepo + lightweight Release Manifest Repo as CM coordination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3657600" cy="201168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36576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1673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Polyrepo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45920"/>
            <a:ext cx="34381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5 independent team repos
No cross-team merge conflicts
Each team owns their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280160"/>
            <a:ext cx="3657600" cy="201168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0248" y="1280160"/>
            <a:ext cx="36576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31673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Manifest-Driven Builds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9976" y="1645920"/>
            <a:ext cx="34381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manifest.yml = single source of truth
CM decides include/defer per team
Auditable via git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80160"/>
            <a:ext cx="3657600" cy="201168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0456" y="1280160"/>
            <a:ext cx="36576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11896" y="131673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Environment 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645920"/>
            <a:ext cx="34381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sit/sprint-NN  uat/sprint-NN
release/sprint-NN on main
Exact commit pinned forever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520440"/>
            <a:ext cx="1152144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54787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Repositories in Play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77639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977639"/>
            <a:ext cx="64008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32503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repo-release-manifest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7997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CM hub — manifests, scripts, runbook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0248" y="3977639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0248" y="3977639"/>
            <a:ext cx="64008" cy="777240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4032503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37997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Pentaho ETL — customer data pipelines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0456" y="3977639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0456" y="3977639"/>
            <a:ext cx="64008" cy="777240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7616" y="4032503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repo-interfaces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437997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REST integrations, Pentaho jobs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937759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937759"/>
            <a:ext cx="64008" cy="7772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992623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repo-workflow-config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34009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Workflow rules, approval chains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0248" y="4937759"/>
            <a:ext cx="365760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70248" y="4937759"/>
            <a:ext cx="64008" cy="777240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07408" y="4992623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repo-func-config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07408" y="534009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Region codes, product hierarchy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Sprint-12 Lifecycle — 8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From sprint cut to UAT close in one repeatable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1480" y="132588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44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Cut Sprint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73736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CM creates sprint/sprint-12
branches in all team repos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3444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83280" y="132588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1325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344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Teams Develop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173736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Feature branches off sprint/sprint-12
ELM-XXXX: commit convention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3444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132588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325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344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Build Day Manifest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73736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CM fills manifest.yml
included / deferred decision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26880" y="132588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3258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44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Generate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73736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generate-report.sh sprint-12
produces RELEASE-NOTES.md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9260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1480" y="301752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0175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03580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Deploy to 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342900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Included teams deployed
tag-environments.sh sprint-12 sit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29260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83280" y="3017520"/>
            <a:ext cx="347472" cy="347472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0175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303580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SIT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342900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Optional: patch manifest
if team removed mid-SIT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9260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5080" y="301752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30175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303580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Deploy to UAT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3368" y="342900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tag-environments.sh sprint-12 uat
uat/sprint-12 tags created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29260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26880" y="3017520"/>
            <a:ext cx="347472" cy="347472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0175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03580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A"/>
                </a:solidFill>
              </a:rPr>
              <a:t>Close Sprint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429000"/>
            <a:ext cx="252374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close-sprint.sh sprint-12
Merge to main, release tags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1 — Cut the Sprint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CM runs cut-sprint.sh on Day 1 to create sprint branches and scaffold the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7432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What the script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002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▸  Fetches latest main in each team repo
▸  Creates sprint/sprint-12 branch from main
▸  Pushes the branch to GitHub
▸  Scaffolds releases/sprint-12/manifest.yml from template
▸  Scaffolds releases/sprint-12/cots-sprint-12.md
▸  Creates placeholder RELEASE-NOTES.md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34440"/>
            <a:ext cx="1371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26187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600200"/>
            <a:ext cx="5943600" cy="6400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459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E87A"/>
                </a:solidFill>
              </a:rPr>
              <a:t>$ ./scripts/cut-sprint.sh sprint-12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377440"/>
            <a:ext cx="34747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40487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Output — branches created in GitHub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78892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8620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repo-conversion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8620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8F5C"/>
                </a:solidFill>
              </a:rPr>
              <a:t>sprint/sprint-12  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3383279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4564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repo-interfaces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345643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8F5C"/>
                </a:solidFill>
              </a:rPr>
              <a:t>sprint/sprint-12  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3977639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405079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repo-workflow-config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050791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8F5C"/>
                </a:solidFill>
              </a:rPr>
              <a:t>sprint/sprint-12 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457200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645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repo-func-config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46451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8F5C"/>
                </a:solidFill>
              </a:rPr>
              <a:t>sprint/sprint-12  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937760"/>
            <a:ext cx="38404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9651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Teams are notified of branch 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303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</a:rPr>
              <a:t>sprint/sprint-12 — create your feature branches off this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2 — Teams Develop in Their Own Repos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Each team works independently on feature/ELM-XXXX-* branches off sprint/sprint-12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743200" cy="393192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432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710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Conversion Team 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00200"/>
            <a:ext cx="252374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ELM-1201  customer_address_mapping.ktr v1.2
  → suburb normalisation + PO Box detection
ELM-1202  account_load.sql null guards
  → reject null customer_id / empty account_type
ELM-1208  rename_audit_column.sql (idempotent)
  → created_by → audit_user for COTS 2.4.0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0984" y="1234440"/>
            <a:ext cx="2743200" cy="393192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0984" y="1234440"/>
            <a:ext cx="27432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2424" y="12710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Interfaces Team 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600200"/>
            <a:ext cx="252374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ELM-1210  rest_endpoints.properties
  → all URLs moved to /v2, timeout 30s → 60s
ELM-1215  retry_config.properties
  → retry on 408 / 503 / 504 status codes
  → circuit breaker added (10 failures / 60s)
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1928" y="1234440"/>
            <a:ext cx="2743200" cy="393192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1928" y="1234440"/>
            <a:ext cx="2743200" cy="32004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2710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Workflow Config  ⛔ DEFERRED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6" y="1600200"/>
            <a:ext cx="252374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ELM-1221  workflow_rules.xml v1.2  ✅ done
  → Account closure workflow rule added
ELM-1220  dynamic approval chains  ❌ blocked
  → Pending business sign-off
  → Too risky to deploy partial change
  → CM decision: defer whole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62872" y="1234440"/>
            <a:ext cx="2743200" cy="393192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62872" y="1234440"/>
            <a:ext cx="2743200" cy="320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12710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Func Config Team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523744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ELM-1230  region_codes.sql
  → MED, MEA, NAC regions added
ELM-1231  product_hierarchy.sql
  → Mediterranean &amp; MEA product variants
  → Balance thresholds updated for new markets
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94960"/>
            <a:ext cx="11521440" cy="4114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4223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</a:rPr>
              <a:t>Commit convention:  ELM-XXXX: description  — links every change to IBM ELM work item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3 — Build Day: Finalise 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CM opens manifest.yml and makes the include/defer decision for each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41148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releases/sprint-12/manifest.yml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5303520" cy="41148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BDE78"/>
                </a:solidFill>
              </a:rPr>
              <a:t>release: sprint-12
build_date: "2026-06-20"
built_by: john.smith
teams:
  conversion:
    included: true
    commit: a1b2c3d4
    elm_work_items: [ELM-1201, ELM-1202, ELM-1208]
  workflow_config:
    included: false
    reason: "ELM-1220 blocked — deferred to sprint-13"
cots:
  version: "2.4.0"
  previous_version: "2.3.8"
  hotfixes_included: [HF-2024-011, HF-2024-012]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34440"/>
            <a:ext cx="27432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2618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Build Day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45920"/>
            <a:ext cx="5943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64592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7007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Conversion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70078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F5C"/>
                </a:solidFill>
              </a:rPr>
              <a:t>✅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99339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All 3 ELM items 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2423160"/>
            <a:ext cx="5943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0" y="242316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24780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Interfaces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47802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F5C"/>
                </a:solidFill>
              </a:rPr>
              <a:t>✅ Included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7063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v2 upgrade + retry 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00400"/>
            <a:ext cx="5943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0" y="3200400"/>
            <a:ext cx="64008" cy="65836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32552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Workflow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25526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A500"/>
                </a:solidFill>
              </a:rPr>
              <a:t>⛔ Deferred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547872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ELM-1220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977639"/>
            <a:ext cx="5943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0" y="3977639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03250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Func Config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3250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F5C"/>
                </a:solidFill>
              </a:rPr>
              <a:t>✅ Included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325111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Region data complete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4892040"/>
            <a:ext cx="5943600" cy="77724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9560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COTS: Acme ETL Platform 2.3.8 → 2.4.0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25780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HF-2024-011, HF-2024-012  ·  Requires ELM-1208 migration (audit_user rename)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4 — Generate the Release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./scripts/generate-report.sh sprint-12  →  releases/sprint-12/RELEASE-NOTES.md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371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Command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5303520" cy="5943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E87A"/>
                </a:solidFill>
              </a:rPr>
              <a:t>$ ./scripts/generate-report.sh sprint-12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3657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40487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RELEASE-NOTES.md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743200"/>
            <a:ext cx="530352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# Release Notes — sprint-12
| Sprint dates | 2026-06-09 → 2026-06-20 |
| Built by     | john.smith              |
## Teams Included in This Build
### Conversion ✅
- Branch: sprint/sprint-12   Commit: a1b2c3d4
- ELM items: ELM-1201, ELM-1202, ELM-1208
## Teams Deferred (not in this build)
### Workflow Config ⏸
- Reason: ELM-1220 blocked pending sign-off
## COTS Product
| Version | 2.4.0  Previous: 2.3.8 |
| Hotfixes | HF-2024-011, HF-2024-012 |
## Environment Status
| SIT | deployed | 2026-06-20 | — |
| UAT | pending  | —          | — |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234440"/>
            <a:ext cx="32004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26187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How this report is 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60020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▸  Committed to repo-release-manifest
▸  PR raised for CM team review (CODEOWNERS)
▸  Shared with stakeholders as official build record
▸  Audit trail: who built what, from which commit
▸  Deferred teams logged — tracked to next sprint
▸  COTS hotfixes documented for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572000"/>
            <a:ext cx="5943600" cy="1097280"/>
          </a:xfrm>
          <a:prstGeom prst="rect">
            <a:avLst/>
          </a:prstGeom>
          <a:solidFill>
            <a:srgbClr val="DEEBF7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46451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Implementation: Python + PyYAML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4983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</a:rPr>
              <a:t>Shell YAML parsing (grep/awk) failed on inline arrays [ELM-1201, ELM-1202].
Rewritten as generate-report.py — robust, handles all manifest structures.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5 — Deploy to SIT and Tag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After deployment: ./scripts/tag-environments.sh sprint-12 sit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5603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What gets tagged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56692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60020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55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repo-conversion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76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sit/sprint-12 → commit a1b2c3d4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77440"/>
            <a:ext cx="56692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7744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repo-interfaces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249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sit/sprint-12 → commit b2c3d4e5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154680"/>
            <a:ext cx="56692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15468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095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repo-func-config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0215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sit/sprint-12 → commit c3d4e5f6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56692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931920"/>
            <a:ext cx="64008" cy="65836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867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repo-workflow-config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793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A500"/>
                </a:solidFill>
              </a:rPr>
              <a:t>(skipped — included: false)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22860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2618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Why tags matter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6002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▸  Survives branch deletion after sprint close
▸  Tells ops exactly what code is in each env
▸  Auditable: tag message records who deployed when
▸  Enables rollback: redeploy from tag at any time
▸  Patch releases get their own tag (sprint-12-patch1)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023360"/>
            <a:ext cx="38404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0507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manifest.yml updated automatically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389120"/>
            <a:ext cx="5486400" cy="12801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462272"/>
            <a:ext cx="5212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BDE78"/>
                </a:solidFill>
              </a:rPr>
              <a:t>environments:
  sit:
    status: deployed
    deployed_by: john.smith
    deployed_date: 2026-06-20 14:30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5074920"/>
            <a:ext cx="5669280" cy="91440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12064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</a:rPr>
              <a:t>⚠  Mid-SIT Issue?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Create sprint-12-patch1/manifest.yml  →  set team to included: false  →  re-tag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8 — Close the Sprint (UAT Passed)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./scripts/close-sprint.sh sprint-12  —  merge to main, tag releases, carry over deferrals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657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Included teams — merged to main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45920"/>
            <a:ext cx="5486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64592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078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repo-conversion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sprint/sprint-12 → main  +  release/sprint-12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68880"/>
            <a:ext cx="5486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6888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repo-interfaces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1635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sprint/sprint-12 → main  +  release/sprint-12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291840"/>
            <a:ext cx="54864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64008" cy="658368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4670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3A"/>
                </a:solidFill>
              </a:rPr>
              <a:t>repo-func-config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3931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F5C"/>
                </a:solidFill>
              </a:rPr>
              <a:t>sprint/sprint-12 → main  +  release/sprint-12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297680"/>
            <a:ext cx="43891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32511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Deferred team — sprint branch stays open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663440"/>
            <a:ext cx="5486400" cy="91440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73659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A500"/>
                </a:solidFill>
              </a:rPr>
              <a:t>repo-workflow-config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sprint/sprint-12 stays open  →  ELM-1220 continues in sprint-13 manifest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234440"/>
            <a:ext cx="365760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126187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Complete tag history after close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64592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1645920"/>
            <a:ext cx="64008" cy="8686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1737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</a:rPr>
              <a:t>sit/sprint-12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12140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</a:rPr>
              <a:t>Pinpoints SIT-tested commit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69748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2697480"/>
            <a:ext cx="64008" cy="8686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7889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uat/sprint-12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172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</a:rPr>
              <a:t>Pinpoints UAT-approved commit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3749039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26480" y="3749039"/>
            <a:ext cx="64008" cy="868680"/>
          </a:xfrm>
          <a:prstGeom prst="rect">
            <a:avLst/>
          </a:prstGeom>
          <a:solidFill>
            <a:srgbClr val="378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840479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8F5C"/>
                </a:solidFill>
              </a:rPr>
              <a:t>release/sprint-12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22452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</a:rPr>
              <a:t>Production-ready main snapshot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800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</a:rPr>
              <a:t>Applied to each included team repo (repo-conversion, repo-interfaces, repo-func-config)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Why this strategy was chosen over the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710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Polyrepo, not monorepo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63677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Teams deploy independently. No one team's work blocks another's release. No cross-team merge conflicts.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6823" y="123444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6823" y="123444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3" y="12710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manifest.yml as source of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1" y="163677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CM-owned file in one place. All build decisions are git-committed — full audit trail with who changed what and when.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93606" y="123444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93606" y="123444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6" y="127101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included: false — not branch deletion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3334" y="163677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Deferred team's branch stays intact. No rebasing drama. The branch just isn't wired into the build manifest.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92608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92608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96265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patch manifest for mid-SIT removal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332841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sprint-12-patch1/manifest.yml preserves the original sprint-12 record. Immutable audit trail for compliance.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06823" y="292608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6823" y="292608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8263" y="296265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Git tags, not branch names, track environments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332841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Tags survive branch deletion. Ops can always redeploy sit/sprint-12 even after branches are cleaned up.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93606" y="2926080"/>
            <a:ext cx="374903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93606" y="2926080"/>
            <a:ext cx="3749039" cy="32918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6" y="2962656"/>
            <a:ext cx="35661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Python for YAML report, not bash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3334" y="3328416"/>
            <a:ext cx="3529583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Bash grep/awk breaks on inline arrays like [ELM-1201, ELM-1202]. PyYAML handles all valid YAML correctly.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Live Demo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Step-by-step commands to run during the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930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1. Show GitHub repos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Open all 5 repos in browser: main branch vs sprint/sprint-12 diff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24028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9514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2. Show manifest.yml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2432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cat releases/sprint-12/manifest.yml — highlight included: false for workflow_config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24612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009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3. Generate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301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./scripts/generate-report.sh sprint-12
cat releases/sprint-12/RELEASE-NOTES.md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25196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0682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4. Show sprint-12 diff (conversion)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3600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git -C ../repo-conversion diff main sprint/sprint-12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257800"/>
            <a:ext cx="57607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3126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5. Show sprint-12 diff (interfaces)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4184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git -C ../repo-interfaces diff main sprint/sprint-12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234440"/>
            <a:ext cx="5623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28930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6. Show deferred branch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61848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git -C ../repo-workflow-config log main..sprint/sprint-12 --oneline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240280"/>
            <a:ext cx="5623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29514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7. Run tag-environments (SIT)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6243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./scripts/tag-environments.sh sprint-12 sit
git -C ../repo-conversion tag -l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246120"/>
            <a:ext cx="5623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30098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8. Show no tag on deferred repo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63016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git -C ../repo-workflow-config tag -l
(empty — correctly excluded)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251960"/>
            <a:ext cx="5623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30682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9. Show close-sprint dry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63600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Open close-sprint.sh and walk through merge + release tag logic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257800"/>
            <a:ext cx="56235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BBCF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31266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10. Show issue template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4184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.github/ISSUE_TEMPLATE/remove-team-mid-sit.md — mid-SIT removal checklist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88952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What This Prototype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</a:rPr>
              <a:t>  ▸  End-to-end repeatable process from sprint cut to UAT close
  ▸  CM controls all build decisions via a single manifest.yml — auditable, versioned, CM-gated
  ▸  Teams work independently with zero cross-repo coordination overhead
  ▸  Deferred teams never block a release — just set included: false
  ▸  Environment state is always queryable: which commit is in SIT right now? Check the tag.
  ▸  ELM traceability end-to-end: work item → feature branch → sprint branch → manifest → release tag
  ▸  Mid-sprint removals handled cleanly via patch manifests, not branch surgery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Repositories: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DB8D2"/>
                </a:solidFill>
              </a:rPr>
              <a:t>github.com/satishreddy13  ·  repo-release-manifest  ·  repo-conversion  ·  repo-interfaces  ·  repo-workflow-config  ·  repo-func-config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6620256"/>
            <a:ext cx="117317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DB8D2"/>
                </a:solidFill>
              </a:rPr>
              <a:t>Sprint-12 Release Management Demo  |  Git Branching Strategy Prototype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